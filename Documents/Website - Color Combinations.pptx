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4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3473-8A1B-CE69-AA67-E35A8CF8C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7443D-6DC0-F9AD-EC7E-91ACDE3C1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A242-97E0-8EAE-DCC5-4E00C716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AC11-4268-47FA-B112-4647E15596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A3FB4-6FD8-E3D7-4A3E-6CA1E6BBD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A251C-3FAA-EA13-FC0D-4E6BA716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30F1-300B-4FDE-A834-D33A8FDF4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68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A09F-2563-4ECA-811C-F2BCEC0DB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5A894-E2C0-1B33-BAB3-FBCFBFE0A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4725D-25E0-935E-6FDF-1FD02BB28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AC11-4268-47FA-B112-4647E15596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15B-B75A-0C82-700C-B90A1475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103D9-B832-0E82-6637-384FF634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30F1-300B-4FDE-A834-D33A8FDF4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8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61295-F0B9-DD8D-D04D-C2C40B2B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420F5-BA92-B9C0-2D38-C754517EA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463C8-2AD3-4740-3E64-806F4B5D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AC11-4268-47FA-B112-4647E15596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95A84-2614-6776-7D91-8B496ADD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A0616-289F-0094-CDCE-410BB48F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30F1-300B-4FDE-A834-D33A8FDF4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54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DAD74-71D1-2D5F-566F-B9AD4D7C9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D3369-D3D3-0BD2-D0BA-DCF8304610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13F21-4EC1-1B56-80BD-705DB2236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28C52-DF00-8B37-8544-0F2DA5DA8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AC11-4268-47FA-B112-4647E15596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C12E2-8344-F7F0-9BFC-88BF0186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A9B92-308E-9098-CF60-3D1DB9216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30F1-300B-4FDE-A834-D33A8FDF4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5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060B-24EB-45FB-29EE-90EEC3D31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82523-0C14-ED87-A2DC-66A6C4398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4842D-4979-E696-D639-8A03C2317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64640-CCB1-871E-4FDA-8774EF30D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E41D30-6A79-F147-90AF-B87B464E4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74C6D-DEDF-E493-27C1-7E65F4C8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AC11-4268-47FA-B112-4647E15596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3609E-B5CF-8695-52A7-2C1777EE7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5FE10-5A40-7657-FDB4-4CB278C9D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30F1-300B-4FDE-A834-D33A8FDF4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4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F1059-69AA-A607-2EED-98C04C54B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76FB16-4EAF-8F16-7D45-69021D81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AC11-4268-47FA-B112-4647E15596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21D7A-E4B4-0B76-6FBE-1D0065E3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731D7-B978-BC5D-FB05-DC25D245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30F1-300B-4FDE-A834-D33A8FDF4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8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4501C7-6D24-040D-4980-7A40B2BE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AC11-4268-47FA-B112-4647E15596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9CDE0-A6C7-6DC7-7E92-526738CC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F4E20-D58D-682B-FDA3-2E3D5E9D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30F1-300B-4FDE-A834-D33A8FDF4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AF8EB-163D-4913-872F-62D79A810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45C8A-4FCA-5305-B06F-3D776BDAA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18CC9-33C5-40E7-28A3-A1E134B26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BC780-FB82-257F-7FB1-BCE227EE6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AC11-4268-47FA-B112-4647E15596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1AAB8-4260-374B-45F5-97DAF7FA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A5816-B14D-FC8D-C89F-3EAC08B5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30F1-300B-4FDE-A834-D33A8FDF4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2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A182-9BB3-CB3A-91CE-6765FF85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614823-ECD6-C119-6FDF-A2E73C029C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A6ADC-006C-61B6-59B0-6BDBE4A88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BA5E5-C29B-BB25-D08E-D307D557A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AC11-4268-47FA-B112-4647E15596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B805D-BC3B-A7CF-368F-F88594A8D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535F2-3409-8198-BF5A-A40D0C3CA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30F1-300B-4FDE-A834-D33A8FDF4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950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3E1D-5FD4-CDC9-F294-3E99C384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1AED4-3088-7109-1B37-132AD0150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4F4E7-332D-E72B-F13B-CF9B96F1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AC11-4268-47FA-B112-4647E15596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5B483-FB76-91D8-5848-F5EA8AAEE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C6F5B-06C6-D979-5C11-957FE087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30F1-300B-4FDE-A834-D33A8FDF4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88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020A4E-98C1-558B-168D-434CEB384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8AB65-B855-EA7C-061E-B8437E196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EC6BE-0A2C-22C4-A879-7311E396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AC11-4268-47FA-B112-4647E15596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3E362-91DD-B879-35A8-4C87EA26E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3C21E-BD9B-7863-AB1B-07ABB08A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30F1-300B-4FDE-A834-D33A8FDF4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6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9D3CD-4550-ED86-1AF8-3032C5E7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87B1D-C31C-FA03-3D84-1D852C15B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E89B6-F49D-9C79-70E3-B3CB09CBB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FAC11-4268-47FA-B112-4647E15596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CF133-3629-6964-D2B9-44906A69B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AFA64-514D-5620-C3E6-B208A8930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E30F1-300B-4FDE-A834-D33A8FDF4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10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2B44-E560-88BD-C488-8A42342B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V1: Background:  f2f2f2	Container:  D0D5CE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98F389-ADE0-D81A-F973-EC2E1B049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2668" y="1825625"/>
            <a:ext cx="9626664" cy="4351338"/>
          </a:xfrm>
        </p:spPr>
      </p:pic>
    </p:spTree>
    <p:extLst>
      <p:ext uri="{BB962C8B-B14F-4D97-AF65-F5344CB8AC3E}">
        <p14:creationId xmlns:p14="http://schemas.microsoft.com/office/powerpoint/2010/main" val="3017959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9F36-55C9-C019-C1FD-05EC47AA1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V2: Background: f2f2f2 	Container:  E0E0E0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7D4F5C-AAAE-D43A-8B63-7D148F0D0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5554"/>
            <a:ext cx="10515600" cy="4251480"/>
          </a:xfrm>
        </p:spPr>
      </p:pic>
    </p:spTree>
    <p:extLst>
      <p:ext uri="{BB962C8B-B14F-4D97-AF65-F5344CB8AC3E}">
        <p14:creationId xmlns:p14="http://schemas.microsoft.com/office/powerpoint/2010/main" val="334091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05169-529B-F127-2CC7-65D93F9F1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E6A1E-2BFD-1D8A-B3B7-B9C2F8D1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V3: Background:  f7f7f7	  Container: D0D5CE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E8D5FD-832A-FC69-ED3B-AEAB96A76E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8825" y="1825625"/>
            <a:ext cx="9974350" cy="4351338"/>
          </a:xfrm>
        </p:spPr>
      </p:pic>
    </p:spTree>
    <p:extLst>
      <p:ext uri="{BB962C8B-B14F-4D97-AF65-F5344CB8AC3E}">
        <p14:creationId xmlns:p14="http://schemas.microsoft.com/office/powerpoint/2010/main" val="1761115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712C2-17A4-1867-5B46-E379416C1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ACA2-DE2E-A423-D4E9-7558D6EA7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V4: Background:  f7f7f7	   Container: D9D1C7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FFDA32-9633-0664-059F-23F4150DC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118" y="1825625"/>
            <a:ext cx="9957763" cy="4351338"/>
          </a:xfrm>
        </p:spPr>
      </p:pic>
    </p:spTree>
    <p:extLst>
      <p:ext uri="{BB962C8B-B14F-4D97-AF65-F5344CB8AC3E}">
        <p14:creationId xmlns:p14="http://schemas.microsoft.com/office/powerpoint/2010/main" val="3172945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2FC0A-EC5D-7889-F1A7-A478919F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77E2-D54D-7153-9474-6AB17DCF4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V5: Background:  f2f2f2   Container: D9D1C7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B838C3-0338-7C9A-D32B-0D06C2D0F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271" y="1805077"/>
            <a:ext cx="9885458" cy="4351338"/>
          </a:xfrm>
        </p:spPr>
      </p:pic>
    </p:spTree>
    <p:extLst>
      <p:ext uri="{BB962C8B-B14F-4D97-AF65-F5344CB8AC3E}">
        <p14:creationId xmlns:p14="http://schemas.microsoft.com/office/powerpoint/2010/main" val="2949169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1D94A-1AA3-37D3-84AB-9226FD99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6BD2-75C8-B9C0-3D8B-C0D4CC9F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V6: Background:  F4F7FA   Container: D3DDE6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88C56F-77DA-66D7-F671-2B28E6B75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154" y="1825625"/>
            <a:ext cx="10067692" cy="4351338"/>
          </a:xfrm>
        </p:spPr>
      </p:pic>
    </p:spTree>
    <p:extLst>
      <p:ext uri="{BB962C8B-B14F-4D97-AF65-F5344CB8AC3E}">
        <p14:creationId xmlns:p14="http://schemas.microsoft.com/office/powerpoint/2010/main" val="209325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446E2-6CD7-2DBD-F899-4CD76D838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9C067-0E30-FA8E-3D98-96E16DDAE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V7: Background:  F8F4E6  Container: E2D1B0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15D768-9AF9-62CB-D7DC-C034E06C4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3959" y="1825625"/>
            <a:ext cx="9384081" cy="4351338"/>
          </a:xfrm>
        </p:spPr>
      </p:pic>
    </p:spTree>
    <p:extLst>
      <p:ext uri="{BB962C8B-B14F-4D97-AF65-F5344CB8AC3E}">
        <p14:creationId xmlns:p14="http://schemas.microsoft.com/office/powerpoint/2010/main" val="2826438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DC12C-3370-2D95-5E7B-22D2D365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E1085-32CD-AF25-6FD0-3A75EE66C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V8: Background:  f2f2f2	Container: </a:t>
            </a:r>
            <a:r>
              <a:rPr lang="en-US" dirty="0" err="1"/>
              <a:t>bfbfbf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F9B744D-78F8-99BA-C957-591744F02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739" y="1825625"/>
            <a:ext cx="9392521" cy="4351338"/>
          </a:xfrm>
        </p:spPr>
      </p:pic>
    </p:spTree>
    <p:extLst>
      <p:ext uri="{BB962C8B-B14F-4D97-AF65-F5344CB8AC3E}">
        <p14:creationId xmlns:p14="http://schemas.microsoft.com/office/powerpoint/2010/main" val="3200526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83B5-8BD0-CA65-FE49-EB3E0270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5E5F-AAF8-DBD4-78B4-F58251B2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V9: Background: FFFDF5    Container: D6D5C3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C06C9F-8854-D07B-F742-B501BBFCD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1420" y="1825625"/>
            <a:ext cx="9589159" cy="4351338"/>
          </a:xfrm>
        </p:spPr>
      </p:pic>
    </p:spTree>
    <p:extLst>
      <p:ext uri="{BB962C8B-B14F-4D97-AF65-F5344CB8AC3E}">
        <p14:creationId xmlns:p14="http://schemas.microsoft.com/office/powerpoint/2010/main" val="4124956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E5F52-5115-17DD-C822-44511BBB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3DBD-B76C-CB5A-631D-5CC2508B9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V10: Background: F3F9F6 Container: A8C3C1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C38DBD5-5959-C707-0B1C-3F0C47DDFD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9010" y="1825625"/>
            <a:ext cx="9713979" cy="4351338"/>
          </a:xfrm>
        </p:spPr>
      </p:pic>
    </p:spTree>
    <p:extLst>
      <p:ext uri="{BB962C8B-B14F-4D97-AF65-F5344CB8AC3E}">
        <p14:creationId xmlns:p14="http://schemas.microsoft.com/office/powerpoint/2010/main" val="2982418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87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V1: Background:  f2f2f2 Container:  D0D5CE</vt:lpstr>
      <vt:lpstr>V2: Background: f2f2f2  Container:  E0E0E0</vt:lpstr>
      <vt:lpstr>V3: Background:  f7f7f7   Container: D0D5CE</vt:lpstr>
      <vt:lpstr>V4: Background:  f7f7f7    Container: D9D1C7</vt:lpstr>
      <vt:lpstr>V5: Background:  f2f2f2   Container: D9D1C7</vt:lpstr>
      <vt:lpstr>V6: Background:  F4F7FA   Container: D3DDE6</vt:lpstr>
      <vt:lpstr>V7: Background:  F8F4E6  Container: E2D1B0</vt:lpstr>
      <vt:lpstr>V8: Background:  f2f2f2 Container: bfbfbf</vt:lpstr>
      <vt:lpstr>V9: Background: FFFDF5    Container: D6D5C3</vt:lpstr>
      <vt:lpstr>V10: Background: F3F9F6 Container: A8C3C1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Chase Jeffries</dc:creator>
  <cp:lastModifiedBy>Chase Jeffries</cp:lastModifiedBy>
  <cp:revision>3</cp:revision>
  <dcterms:created xsi:type="dcterms:W3CDTF">2024-11-30T00:31:55Z</dcterms:created>
  <dcterms:modified xsi:type="dcterms:W3CDTF">2024-11-30T01:34:46Z</dcterms:modified>
</cp:coreProperties>
</file>